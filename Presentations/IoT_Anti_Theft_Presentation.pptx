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71" r:id="rId2"/>
    <p:sldId id="256" r:id="rId3"/>
    <p:sldId id="257" r:id="rId4"/>
    <p:sldId id="259" r:id="rId5"/>
    <p:sldId id="261" r:id="rId6"/>
    <p:sldId id="266" r:id="rId7"/>
    <p:sldId id="272" r:id="rId8"/>
    <p:sldId id="276" r:id="rId9"/>
    <p:sldId id="273" r:id="rId10"/>
    <p:sldId id="274" r:id="rId11"/>
    <p:sldId id="275" r:id="rId12"/>
    <p:sldId id="270" r:id="rId13"/>
  </p:sldIdLst>
  <p:sldSz cx="14630400" cy="8229600"/>
  <p:notesSz cx="8229600" cy="14630400"/>
  <p:embeddedFontLst>
    <p:embeddedFont>
      <p:font typeface="Agency FB" panose="020B0503020202020204" pitchFamily="34" charset="0"/>
      <p:regular r:id="rId15"/>
      <p:bold r:id="rId16"/>
    </p:embeddedFont>
    <p:embeddedFont>
      <p:font typeface="Inter" panose="020B0604020202020204" charset="0"/>
      <p:regular r:id="rId17"/>
    </p:embeddedFont>
    <p:embeddedFont>
      <p:font typeface="Open Sans" panose="020B0606030504020204" pitchFamily="34" charset="0"/>
      <p:regular r:id="rId18"/>
      <p:bold r:id="rId19"/>
    </p:embeddedFont>
    <p:embeddedFont>
      <p:font typeface="Playfair Display Bold" panose="020B0604020202020204" charset="0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7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7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97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98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2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bidullah@uetpeshawar.edu.p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" y="1"/>
            <a:ext cx="1460639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1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IoT-Based Anti-Theft Floor Mat with Email Alerts</a:t>
            </a:r>
            <a:endParaRPr lang="en-US" sz="4450" dirty="0"/>
          </a:p>
        </p:txBody>
      </p:sp>
      <p:sp>
        <p:nvSpPr>
          <p:cNvPr id="5" name="Rectangle 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29740" y="4819326"/>
            <a:ext cx="73152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600" b="1" dirty="0">
                <a:latin typeface="Agency FB" panose="020B0503020202020204" pitchFamily="34" charset="0"/>
              </a:rPr>
              <a:t>Progress Presentation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116" y="431483"/>
            <a:ext cx="4066937" cy="39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Team &amp; Supervision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49116" y="1200269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9116" y="1592461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Aqeel Khan (22JZELE0461)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9116" y="1898333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Mashal Ahmad (22JZELE0466)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9116" y="2204204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Mobeen Dawood Khan (22JZELE0493)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31273" y="502146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31273" y="715863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Engr. Abid Ullah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23866" y="998250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abidullah@uetpeshawar.edu.pk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1360011"/>
            <a:ext cx="6807200" cy="555894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5883" y="780217"/>
            <a:ext cx="3597593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115883" y="1499711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aims to develop a cost-effective, portable, and efficient anti-theft solution.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15883" y="1989773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15883" y="2272546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4"/>
          <p:cNvSpPr/>
          <p:nvPr/>
        </p:nvSpPr>
        <p:spPr>
          <a:xfrm>
            <a:off x="6115883" y="2408158"/>
            <a:ext cx="2248495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Design And Develop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115883" y="2797135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 anti-theft floor mat utilizing a Piezoelectric vibration sensor.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15883" y="3399592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15883" y="3682365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8"/>
          <p:cNvSpPr/>
          <p:nvPr/>
        </p:nvSpPr>
        <p:spPr>
          <a:xfrm>
            <a:off x="6115883" y="3817977"/>
            <a:ext cx="270045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Interface And Communicate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115883" y="4206954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Arduino and NodeMCU (ESP8266) for signal processing and wireless communication.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15883" y="4809411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15883" y="5080754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15882" y="5204682"/>
            <a:ext cx="2248495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</a:rPr>
              <a:t>Integrate OpenCV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115883" y="5616773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</a:t>
            </a:r>
            <a:r>
              <a:rPr lang="en-US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openCV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object detection and face recognition 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15883" y="6219230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15883" y="6502003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9" name="Text 16"/>
          <p:cNvSpPr/>
          <p:nvPr/>
        </p:nvSpPr>
        <p:spPr>
          <a:xfrm>
            <a:off x="6115883" y="6637615"/>
            <a:ext cx="228207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</a:rPr>
              <a:t>Real-time Alerts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115883" y="7026593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IFTTT webhooks to send instant Gmail alerts upon vibration or pressure detection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76" y="389573"/>
            <a:ext cx="4232672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&amp; Software Essentials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5776" y="1097756"/>
            <a:ext cx="240684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Requirements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495776" y="1522690"/>
            <a:ext cx="6646664" cy="2897267"/>
          </a:xfrm>
          <a:prstGeom prst="roundRect">
            <a:avLst>
              <a:gd name="adj" fmla="val 73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3396" y="1530310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5081" y="1622822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69776" y="1622822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3396" y="1942028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5081" y="2034540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/ Nano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69776" y="2034540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Reads analog signal from Piezo sensor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3396" y="2353747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5081" y="2446258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NodeMCU (ESP8266)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69776" y="2446258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Wi-Fi connectivity, sends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3396" y="2765465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5081" y="2857976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Piezoelectric Sensor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69776" y="2857976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vibration/mechanical stress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3396" y="3177183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5081" y="3269694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10kΩ Resistor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69776" y="3269694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Voltage divider circuit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3396" y="3588901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5081" y="3681413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Breadboard &amp; Wires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69776" y="3681413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Circuit connections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3396" y="4000619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5081" y="4093131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Supply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69776" y="4093131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Powers Arduino &amp; NodeMCU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5580" y="1097756"/>
            <a:ext cx="2298502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Software Requirements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495580" y="1370011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IDE (for coding)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5580" y="1622821"/>
            <a:ext cx="2562820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IFTTT Account (for Gmail alerts)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5580" y="1878944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Wi-Fi Connection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5580" y="2134677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Gmail Account (for receiving alerts)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31" y="2672953"/>
            <a:ext cx="5145929" cy="486330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95580" y="2415763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OpenCV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 Face recognition 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1" y="637185"/>
            <a:ext cx="6167120" cy="3473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6880" y="159965"/>
            <a:ext cx="297688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Simulations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90880"/>
            <a:ext cx="6284682" cy="3376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31466" y="4006674"/>
            <a:ext cx="61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piezo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someone on location 2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376006"/>
            <a:ext cx="6284682" cy="2757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31466" y="224167"/>
            <a:ext cx="323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System Activated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" y="4447469"/>
            <a:ext cx="6167120" cy="26864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2440" y="4023350"/>
            <a:ext cx="61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piezo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someone on location 1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</a:t>
            </a:r>
          </a:p>
        </p:txBody>
      </p:sp>
    </p:spTree>
    <p:extLst>
      <p:ext uri="{BB962C8B-B14F-4D97-AF65-F5344CB8AC3E}">
        <p14:creationId xmlns:p14="http://schemas.microsoft.com/office/powerpoint/2010/main" val="275296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880" y="159965"/>
            <a:ext cx="477122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Implementation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014" y="1035123"/>
            <a:ext cx="7786175" cy="60632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1" t="5037" r="10628"/>
          <a:stretch/>
        </p:blipFill>
        <p:spPr>
          <a:xfrm>
            <a:off x="7751753" y="973395"/>
            <a:ext cx="6878648" cy="617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7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72772F-2A32-A53F-729E-DA00CE185D53}"/>
              </a:ext>
            </a:extLst>
          </p:cNvPr>
          <p:cNvSpPr txBox="1"/>
          <p:nvPr/>
        </p:nvSpPr>
        <p:spPr>
          <a:xfrm>
            <a:off x="761017" y="579301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Week Schedule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1B555-0239-FD9D-AB54-A6EFED2BE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556"/>
            <a:ext cx="14630400" cy="675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Face-Recognition Security with ESP32 + OpenCV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plan: stream video from an ESP32 camera to a laptop (PyCharm), run OpenCV + face_recognition to match live faces against a stored whitelist, and trigger an alarm for unknown visitors — low-cost, real-time, developer-focused.</a:t>
            </a:r>
            <a:endParaRPr lang="en-US" sz="1750" dirty="0"/>
          </a:p>
        </p:txBody>
      </p:sp>
      <p:sp>
        <p:nvSpPr>
          <p:cNvPr id="5" name="TextBox 4"/>
          <p:cNvSpPr txBox="1"/>
          <p:nvPr/>
        </p:nvSpPr>
        <p:spPr>
          <a:xfrm>
            <a:off x="8255663" y="332656"/>
            <a:ext cx="477122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Remaining work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4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0552"/>
            <a:ext cx="67789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Overview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4676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at a glance: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085743"/>
            <a:ext cx="7556421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ESP32-CAM: captures and streams video (MJPEG/RTSP or HTTP frames)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transport: local Wi‑Fi, optional port forwarding for remote access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 (PyCharm): receives stream, decodes frames with OpenCV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face_recognition: encodes faces, compares against stored encodings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known → continue monitoring; unknown → raise alarm (notification, sound, record)</a:t>
            </a:r>
            <a:endParaRPr lang="en-US" sz="1750" dirty="0"/>
          </a:p>
        </p:txBody>
      </p:sp>
      <p:sp>
        <p:nvSpPr>
          <p:cNvPr id="6" name="Rectangle 5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33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138238"/>
            <a:ext cx="41265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Steps (Dev-Focused)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2906554"/>
            <a:ext cx="4989671" cy="2784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76442" y="1570434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8676442" y="1747838"/>
            <a:ext cx="2559010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8676442" y="1834991"/>
            <a:ext cx="147911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Stream from ESP32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76442" y="2068830"/>
            <a:ext cx="255901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 ESP32-CAM firmware (Arduino or ESP-IDF). Configure camera and stream endpoint (MJPEG or RTSP). Verify URL in browser or VLC.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676442" y="275486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676442" y="2932271"/>
            <a:ext cx="2559010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8676442" y="3019425"/>
            <a:ext cx="193071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Capture frames in Python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76442" y="3253264"/>
            <a:ext cx="255901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OpenCV: cv2.VideoCapture(stream_url). Read frames, handle reconnection/backoff.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676442" y="3667125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676442" y="3844528"/>
            <a:ext cx="2559010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8676442" y="3931682"/>
            <a:ext cx="141910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Load known faces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76442" y="4165521"/>
            <a:ext cx="255901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Precompute face encodings: face_recognition.face_encodings for each reference image. Store encodings (pickle or JSON+base64) with metadata.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76442" y="4851559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676442" y="5028962"/>
            <a:ext cx="2559010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8676442" y="5116116"/>
            <a:ext cx="212252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Real-time detection &amp; match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76442" y="5349954"/>
            <a:ext cx="255901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face locations, compute encodings, compare with known list using face_distance and a threshold. Debounce across N frames to reduce false positives.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676442" y="6035992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676442" y="6213396"/>
            <a:ext cx="2559010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19"/>
          <p:cNvSpPr/>
          <p:nvPr/>
        </p:nvSpPr>
        <p:spPr>
          <a:xfrm>
            <a:off x="8676442" y="630054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Alarm &amp; logging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76442" y="6534388"/>
            <a:ext cx="2559010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unknown match: trigger alarm (local speaker, push notification, webhook), save clip, and log timestamp + snapshot.</a:t>
            </a:r>
            <a:endParaRPr lang="en-US" sz="850" dirty="0"/>
          </a:p>
        </p:txBody>
      </p:sp>
      <p:sp>
        <p:nvSpPr>
          <p:cNvPr id="24" name="Rectangle 23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0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400" cy="74430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1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604</Words>
  <Application>Microsoft Office PowerPoint</Application>
  <PresentationFormat>Custom</PresentationFormat>
  <Paragraphs>95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Agency FB</vt:lpstr>
      <vt:lpstr>Playfair Display Light</vt:lpstr>
      <vt:lpstr>Inter</vt:lpstr>
      <vt:lpstr>Inter Light</vt:lpstr>
      <vt:lpstr>Open Sans</vt:lpstr>
      <vt:lpstr>Playfair Display Bold</vt:lpstr>
      <vt:lpstr>Times New Roman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AQEEL</dc:creator>
  <cp:lastModifiedBy>Aqeel Khan</cp:lastModifiedBy>
  <cp:revision>17</cp:revision>
  <dcterms:created xsi:type="dcterms:W3CDTF">2025-12-02T11:51:51Z</dcterms:created>
  <dcterms:modified xsi:type="dcterms:W3CDTF">2026-03-03T04:46:05Z</dcterms:modified>
</cp:coreProperties>
</file>